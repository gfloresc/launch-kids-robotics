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2" r:id="rId2"/>
    <p:sldId id="270" r:id="rId3"/>
    <p:sldId id="283" r:id="rId4"/>
    <p:sldId id="284" r:id="rId5"/>
    <p:sldId id="28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61"/>
    <p:restoredTop sz="94658"/>
  </p:normalViewPr>
  <p:slideViewPr>
    <p:cSldViewPr snapToGrid="0">
      <p:cViewPr varScale="1">
        <p:scale>
          <a:sx n="120" d="100"/>
          <a:sy n="120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C523C7-F4E8-A340-A830-6D95BC860880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A6FE4-9360-B64D-9557-FF029E380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06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35A8-9DDC-FE6A-FB47-8801F9EA2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9E94C-6DDB-DE2F-9485-08632F320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93D7C-C658-2266-9F4D-4878C93A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F0CF1-CF21-4A3E-E0DC-D0E216DB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6FFB2-1220-41BE-D240-D7AB7DEED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0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3F83F-5993-7A30-3DD7-6610C464C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E844B-6087-F961-6194-34B917D80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CB740-8987-3711-0E38-6C7CF3B7E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B0A9A-5EC6-D39F-86D9-B1399621D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09FFF-EC1E-B7BA-9C49-6A19D191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13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10323-BD37-CFE9-016B-BCDF4E702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ACD9E-C008-D084-3D81-41EF15C8A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AE9C2-6C95-4AEB-AC07-8619149D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93373-55CE-5EEB-6334-610FE5976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1186A-4582-3E7A-C19F-3D8DFE6D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38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11DB2-6A32-F55C-2FA0-8CA445D8A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5453-6FFB-4EA3-4D24-668B6B18A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FC40E-8272-2EC0-BCA9-B759F44B1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DA1C4-A976-F7AF-2CFF-66C0A094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36118-7799-2245-7E68-E188D74B3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3B16F-60B6-5CCC-6D54-0F3DA98F3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9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615B-D003-3827-C05A-1190F9A37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52645-7D7B-DB51-4145-5EDFDA324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4C971-4FD8-749A-E934-B6D62D0BB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319D03-6E1F-A708-EF1D-556E4A246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C21884-92D9-441A-31BD-23D14AB21D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818E8B-0F81-B353-E2EF-1446A4B76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1DBFF-168D-350B-8A41-8A59803C7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2906B-AF64-80EF-0DDD-121EA451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97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E2649-7D5F-83DE-D88E-B44D3BBC9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E0210-3DB5-DE7A-61CD-D371EBF6C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89396-A4E5-7AEC-4AFC-0C81EDCB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E327C-DDA6-876F-A854-97F40E2F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28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A80C9A-C14D-691A-79F9-67E3EE59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06721-4FDB-40EB-B614-4360BAD4A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C3E1D-3FF9-1F34-DE72-0E10A7F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01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AD07F-7F6E-2B07-8FA0-410FCFB12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D3AD2-9D16-5A66-B284-B70925C67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9C63E-040A-8A4B-5CE5-CCD69EC53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A41B4-B017-00E8-8312-EA01315F9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1064F-3AB7-E668-EB38-7915F69A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0A6FF-14C9-7009-6D56-4A21D950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1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2C133-F262-C972-A67D-3609157D5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EE853-F951-9050-3076-4C0453D78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1CAF9-49A9-6823-B838-F659B6487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43E82-3112-B76B-9CD8-71EA0629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ED6BF-65EA-8FFF-7398-78713EEF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830CE-FD18-2EC4-6EBF-5FC6FF28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3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1E290-D096-549B-6F93-66877D4A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44C07-00EC-B4E4-EFC4-05F9CC069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28D31-378B-B2BB-6006-FE8242EAD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935FF-D2DC-FCED-F153-557D17C29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77A06-2D97-1718-A85B-2E8D19C83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35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9127EF-5FF1-1716-D884-E04D73E9AB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C7935-5614-7F1C-B1A0-918E1E959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7DDE9-BFE0-2C2F-2000-262E5B005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96D4B-A46A-23E3-5286-D47B43319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22FA9-A567-D3F8-740D-8F5E450B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83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8182CF-AD9F-B26C-FC7D-76E9F2C3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A588B-9F9C-EB51-2910-97741C3E6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35D2A-95FF-3B7C-0B93-A945541B7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A80EC-F06E-E541-9D13-F790F90CFF0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2BFEF-96B5-D043-7395-B31C73337E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66F27-362E-CB83-1AD0-ED35F9BD9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0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7052A-8D2D-0CCB-4BAB-27EE9C013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F5FF-6DF8-82E4-1782-E8F9C79529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🤖 ROBOTICS COURSE — SESSION 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177ABF-3838-9278-FC1F-924508E6A3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Welcome to Robotics!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5DCBB4-AAC2-C38A-5B2A-1B151FD2DA41}"/>
              </a:ext>
            </a:extLst>
          </p:cNvPr>
          <p:cNvSpPr txBox="1"/>
          <p:nvPr/>
        </p:nvSpPr>
        <p:spPr>
          <a:xfrm>
            <a:off x="1241350" y="4765100"/>
            <a:ext cx="99972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Build Your Robot Track! 🤖🛣️</a:t>
            </a:r>
          </a:p>
        </p:txBody>
      </p:sp>
    </p:spTree>
    <p:extLst>
      <p:ext uri="{BB962C8B-B14F-4D97-AF65-F5344CB8AC3E}">
        <p14:creationId xmlns:p14="http://schemas.microsoft.com/office/powerpoint/2010/main" val="275377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robot on a road&#10;&#10;AI-generated content may be incorrect.">
            <a:extLst>
              <a:ext uri="{FF2B5EF4-FFF2-40B4-BE49-F238E27FC236}">
                <a16:creationId xmlns:a16="http://schemas.microsoft.com/office/drawing/2014/main" id="{8473D7EA-370F-1E20-6C79-2EF6DB7D8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9" y="570341"/>
            <a:ext cx="6097861" cy="60978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621D1A-617A-1012-E7FB-034F0AB505DF}"/>
              </a:ext>
            </a:extLst>
          </p:cNvPr>
          <p:cNvSpPr txBox="1"/>
          <p:nvPr/>
        </p:nvSpPr>
        <p:spPr>
          <a:xfrm>
            <a:off x="6525732" y="867188"/>
            <a:ext cx="60977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Today’s Objectives</a:t>
            </a:r>
          </a:p>
          <a:p>
            <a:pPr>
              <a:buNone/>
            </a:pPr>
            <a:r>
              <a:rPr lang="en-US" sz="2400" b="1" dirty="0"/>
              <a:t>1️⃣ Build your own track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 the </a:t>
            </a:r>
            <a:r>
              <a:rPr lang="en-US" sz="2400" b="1" dirty="0"/>
              <a:t>track sheets</a:t>
            </a:r>
            <a:r>
              <a:rPr lang="en-US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Cut with </a:t>
            </a:r>
            <a:r>
              <a:rPr lang="en-US" sz="2400" b="1" dirty="0"/>
              <a:t>scissors ✂️</a:t>
            </a:r>
            <a:r>
              <a:rPr lang="en-US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Connect pieces using </a:t>
            </a:r>
            <a:r>
              <a:rPr lang="en-US" sz="2400" b="1" dirty="0"/>
              <a:t>tape</a:t>
            </a:r>
            <a:r>
              <a:rPr lang="en-US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a </a:t>
            </a:r>
            <a:r>
              <a:rPr lang="en-US" sz="2400" b="1" dirty="0"/>
              <a:t>long and interesting path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60410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6AAB26-B324-B699-C685-9945BC2AC71F}"/>
              </a:ext>
            </a:extLst>
          </p:cNvPr>
          <p:cNvSpPr txBox="1"/>
          <p:nvPr/>
        </p:nvSpPr>
        <p:spPr>
          <a:xfrm>
            <a:off x="996802" y="1147511"/>
            <a:ext cx="609777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2️⃣ Design your challenge track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You can include: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turns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curves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intersections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loops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S-shapes 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/>
          </a:p>
          <a:p>
            <a:pPr>
              <a:buNone/>
            </a:pPr>
            <a:r>
              <a:rPr lang="en-US" dirty="0"/>
              <a:t>Be creative! 🎨</a:t>
            </a:r>
            <a:br>
              <a:rPr lang="en-US" dirty="0"/>
            </a:br>
            <a:r>
              <a:rPr lang="en-US" dirty="0"/>
              <a:t>Make a track that challenges your robot.</a:t>
            </a:r>
          </a:p>
        </p:txBody>
      </p:sp>
      <p:pic>
        <p:nvPicPr>
          <p:cNvPr id="1026" name="Picture 2" descr="Customizable Line Following Tracks that you can print yourself – Robotsquare">
            <a:extLst>
              <a:ext uri="{FF2B5EF4-FFF2-40B4-BE49-F238E27FC236}">
                <a16:creationId xmlns:a16="http://schemas.microsoft.com/office/drawing/2014/main" id="{D15F8F41-1708-1235-AF92-1487C66EE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596" y="3678798"/>
            <a:ext cx="3051804" cy="3016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C8A725-BB67-F394-0794-77FFEB788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353" y="247447"/>
            <a:ext cx="3316047" cy="2929312"/>
          </a:xfrm>
          <a:prstGeom prst="rect">
            <a:avLst/>
          </a:prstGeom>
        </p:spPr>
      </p:pic>
      <p:sp>
        <p:nvSpPr>
          <p:cNvPr id="5" name="Down Arrow 4">
            <a:extLst>
              <a:ext uri="{FF2B5EF4-FFF2-40B4-BE49-F238E27FC236}">
                <a16:creationId xmlns:a16="http://schemas.microsoft.com/office/drawing/2014/main" id="{316D9246-227F-FF07-A188-DAB256C5CBF2}"/>
              </a:ext>
            </a:extLst>
          </p:cNvPr>
          <p:cNvSpPr/>
          <p:nvPr/>
        </p:nvSpPr>
        <p:spPr>
          <a:xfrm>
            <a:off x="8229600" y="3176759"/>
            <a:ext cx="489098" cy="5020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87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97925C-C229-8F17-4B89-4196320756BF}"/>
              </a:ext>
            </a:extLst>
          </p:cNvPr>
          <p:cNvSpPr txBox="1"/>
          <p:nvPr/>
        </p:nvSpPr>
        <p:spPr>
          <a:xfrm>
            <a:off x="667193" y="967586"/>
            <a:ext cx="60977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3️⃣ Improve your robot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different versions of your program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Adjust </a:t>
            </a:r>
            <a:r>
              <a:rPr lang="en-US" b="1" dirty="0"/>
              <a:t>speed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Adjust </a:t>
            </a:r>
            <a:r>
              <a:rPr lang="en-US" b="1" dirty="0"/>
              <a:t>turn strength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how your robot follows the line </a:t>
            </a:r>
          </a:p>
          <a:p>
            <a:pPr>
              <a:buNone/>
            </a:pPr>
            <a:r>
              <a:rPr lang="en-US" dirty="0"/>
              <a:t>Use </a:t>
            </a:r>
            <a:r>
              <a:rPr lang="en-US" b="1" dirty="0"/>
              <a:t>the version that works best for your robot</a:t>
            </a:r>
            <a:r>
              <a:rPr lang="en-US" dirty="0"/>
              <a:t> ✅</a:t>
            </a:r>
          </a:p>
        </p:txBody>
      </p:sp>
      <p:pic>
        <p:nvPicPr>
          <p:cNvPr id="4" name="Picture 3" descr="A robot on a road&#10;&#10;AI-generated content may be incorrect.">
            <a:extLst>
              <a:ext uri="{FF2B5EF4-FFF2-40B4-BE49-F238E27FC236}">
                <a16:creationId xmlns:a16="http://schemas.microsoft.com/office/drawing/2014/main" id="{1DE3A7D7-97AA-CA89-560C-D351B9A98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747" y="1426935"/>
            <a:ext cx="4720272" cy="47202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1DABE2-8E8C-C383-887D-6570F3A8A496}"/>
              </a:ext>
            </a:extLst>
          </p:cNvPr>
          <p:cNvSpPr txBox="1"/>
          <p:nvPr/>
        </p:nvSpPr>
        <p:spPr>
          <a:xfrm>
            <a:off x="954272" y="3787071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Engineering means:</a:t>
            </a:r>
          </a:p>
          <a:p>
            <a:pPr>
              <a:buNone/>
            </a:pPr>
            <a:r>
              <a:rPr lang="en-US" dirty="0"/>
              <a:t>Test → Observe → Improve → Repeat 🔁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Try again until your robot drives smoothly!</a:t>
            </a:r>
          </a:p>
        </p:txBody>
      </p:sp>
    </p:spTree>
    <p:extLst>
      <p:ext uri="{BB962C8B-B14F-4D97-AF65-F5344CB8AC3E}">
        <p14:creationId xmlns:p14="http://schemas.microsoft.com/office/powerpoint/2010/main" val="2764899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758B9A7E-BD2C-EA9B-EE65-D807247D1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81" y="252228"/>
            <a:ext cx="9976883" cy="665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4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10598</TotalTime>
  <Words>120</Words>
  <Application>Microsoft Macintosh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🤖 ROBOTICS COURSE — SESSION 10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Flores Colunga, Gerardo R.</dc:creator>
  <cp:lastModifiedBy>Flores Colunga, Gerardo R.</cp:lastModifiedBy>
  <cp:revision>74</cp:revision>
  <dcterms:created xsi:type="dcterms:W3CDTF">2026-02-04T06:36:40Z</dcterms:created>
  <dcterms:modified xsi:type="dcterms:W3CDTF">2026-04-16T13:57:12Z</dcterms:modified>
</cp:coreProperties>
</file>